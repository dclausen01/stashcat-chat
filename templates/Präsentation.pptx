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Platzhalter für Folienbi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ONLYOFFICE/9.3.1.8</Application>
  <PresentationFormat>On-screen Show (4:3)</PresentationFormat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